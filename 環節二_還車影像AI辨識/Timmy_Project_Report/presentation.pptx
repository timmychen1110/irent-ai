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開場：這不是概念提案，接下來每個數字都來自真實營運照片的實測。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真實上傳 log 開場。停頓句：「照片都在，只是沒有人看得完。」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強調：AI 是放大鏡，決定權永遠在人。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建議貼架構文件 §03 架構圖。快篩約 85% 放行、15% 升級複核。reasoning 欄位是給客服看的。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亮點：我們試過才推翻。收尾句：「架構跟著證據走，不是跟著簡報走。」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最重要一頁，講慢。21 組索賠 + 120 組未索賠。EXIF 轉正 +10pp；級聯升級 3% 案件到 Pro 三票多數決 +4.7pp。之後 141 組逐圖重標：帳面的差距全是標籤錯誤（4 筆未索賠真損）或照片品質（5 組拍錯側/過暗排除）——138 組可判定樣本召回 95.5%、0 誤報，唯一漏抓是借車照被視角半遮的舊損密集車。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F2 補齊實測：40 筆訂單前後車內各一張，從 Azure Blob 下載真實照片。級聯同樣有效——Flash 判乾淨(0.65)的一張被 Pro 翻轉成髒汙（方向盤後方遺留寶特瓶）。分類錯置照片模型會誠實回報「非車內照無法判定」，走補件流程。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故事高潮。建議貼 RFB5176 借/還對照圖。停頓後講：「它能挽回本來就該追回的損失。」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切 Demo，依 06_Demo_Script.md：案例① RFB5176 未索賠真車損 → ② 正常索賠件鍵盤裁決 → ③ P2 無法比對走補件。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天花板不是模型，是照片。模型會誠實回報「無法比對」而不是硬猜。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 複核層已實作（+4.7pp）。剩餘漏抓 2/3 是借車照拍錯側——比對基準回溯同車前一單還車照即可治本。長期自建輕量模型讓成本再降一個量級。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以實測 token 用量換算（141 組共 349k 輸入/49k 輸出）。比一件爭議的人工處理成本還低。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收尾：「iRent 智能車況管家——讓每一次還車，都被看見。謝謝大家。」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sz="4400" b="1">
                <a:solidFill>
                  <a:srgbClr val="00794D"/>
                </a:solidFill>
                <a:latin typeface="Helvetica Neue"/>
              </a:rPr>
              <a:t>iRent 智能車況管家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sz="2200" b="0">
                <a:solidFill>
                  <a:srgbClr val="666666"/>
                </a:solidFill>
                <a:latin typeface="Helvetica Neue"/>
              </a:rPr>
              <a:t>運用 AI 辨識還車影像 — 新車損偵測 × 車內整潔分級 × 後台預警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還車之後，發生了什麼？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兩日 27,367 張還車照、4,820 筆訂單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照片只存檔，車損爭議靠人工翻圖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左後／右後漏拍率 25–30%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欄位官方註記：「上傳分類（常有誤）」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解決方案：智能車況管家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借／還照比對 → 新車損預警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車內照 → 髒汙・普通・乾淨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異常分級：P1 即時／P2 工單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人工複核回寫，越用越準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系統架構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既有鏈路零侵入：App → Blob → 事件觸發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CV 前處理：EXIF 轉正・品質檢核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級聯判定：Flash 快篩 → Pro 複核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結構化 JSON → 預警引擎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為什麼是 VLM，不是傳統 CV？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實測 141 組：CV 對齊成功率僅 45%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差異分數正負樣本完全重疊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VLM 分得出「刮痕」vs「反光雨漬」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零訓練資料即可上線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實測結果｜141 組真實配對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召回率：快篩 81% → 級聯複核 86%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全量重標後：召回 95.5%、誤報 0%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判定穩定性 99.3%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API 成本 $0（免費額度完成）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車內整潔實測｜80 張真實車內照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髒汙檢出 3 張（3.75%），人工看圖確認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Pro 複核救回快篩漏判的遺留垃圾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另抓到「車內照欄位混入車外照」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乾淨 21・普通 56・髒汙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AI 抓到人漏掉的車損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「未索賠」樣本中抓出 4 筆真實新損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借車照乾淨 → 還車照藍色擦痕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逐圖放大複驗全數確認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不只省人力，還挽回漏損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複核後台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借／還並排 + AI 標註理由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P1 預警・P2 工單・P3 記錄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一鍵確認 → 自動進索賠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每次複核回寫為訓練資料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遇到的困難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手持拍攝：角度光線落差極大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76% 照片 EXIF 方向錯置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標籤噪音：未索賠 ≠ 無車損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漏抓主因：損傷部位未入鏡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未來方向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App 拍攝端即時角度檢核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車輛照片鏈基準 → 召回 ≥90%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車內整潔 300 張標註校準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複核資料 → 自建輕量模型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成本與效益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每單判定成本 &lt; NT$1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全量上線約 NT$1,200／日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取代人工逐單翻圖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挽回未索賠漏損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200" b="1">
                <a:solidFill>
                  <a:srgbClr val="00794D"/>
                </a:solidFill>
                <a:latin typeface="Helvetica Neue"/>
              </a:rPr>
              <a:t>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零訓練・真實資料驗證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重標後 95.5% 召回・0 誤報・$0 原型</a:t>
            </a:r>
          </a:p>
          <a:p>
            <a:pPr algn="l">
              <a:spcAft>
                <a:spcPts val="1400"/>
              </a:spcAft>
            </a:pPr>
            <a:r>
              <a:rPr sz="2400">
                <a:solidFill>
                  <a:srgbClr val="1A1A1A"/>
                </a:solidFill>
                <a:latin typeface="Helvetica Neue"/>
              </a:rPr>
              <a:t>•  讓每一次還車，都被看見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