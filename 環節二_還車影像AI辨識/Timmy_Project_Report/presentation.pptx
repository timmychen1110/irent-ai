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開場：這不是概念提案，接下來每個數字都來自真實營運照片的實測。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真實上傳 log 開場。停頓句：「照片都在，只是沒有人看得完。」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強調：AI 是放大鏡，決定權永遠在人。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建議貼架構文件 §03 架構圖。快篩約 85% 放行、15% 升級複核。reasoning 欄位是給客服看的。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亮點：我們試過才推翻。收尾句：「架構跟著證據走，不是跟著簡報走。」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最重要一頁，講慢。21 組索賠 + 120 組未索賠。EXIF 轉正 +10pp；級聯把 3% 臨界案件改用 Pro 模型複核 +4.7pp（判定穩定性 99.3%）。★ 若被追問：這 +4.7pp 全部來自「換模型」——Flash 判無法比對而放棄的 RDY-6382，Pro 抓到藏在還2 補拍照的車門大凹陷。附帶的 3 票一致性檢查在 4 件升級案上全是 3:0、零分歧，未產生可測量效益，不可宣稱多數決提升準確率。之後 141 組逐圖重標，並於 2026-08-30 由用戶逐圖複核爭議樣本定案：帳面 4 筆「誤報」中 2 筆確為未索賠真損、1 筆是 AI 真誤報（RCG2235 右後，既有痕誤判新損）、1 筆借車照覆蓋不足不可比——137 組可判定樣本召回 100%（19/19）、誤報 0.85%（1/118）。分流 KPI（autopass_kpi.json）：83% 自動放行、15.6% 自動預警（高信心新損直接進車損流程）、1.4% 需人工複核；自動放行 117 件僅漏 1 件。注意：實測樣本刻意灌了 15% 索賠件，真實營運中車損比例遠低於此，自動放行率只會更高。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F2 實測：40 筆訂單前後車內各一張，從 Azure Blob 下載真實照片。最大發現是資料品質：讓模型盤點問題並回報 photo_ok 後，56/80（70%）被判定為不適合車內整潔判讀而排除（photo_ok 為模型判斷，非人工 ground truth）；人工抽驗 3 張未通過案例，3 張皆為車外照。這也解釋了為什麼欄位官方註記「上傳分類常有誤」，佐證環節一拍攝防呆的必要性。計分制（cleanliness_score.py）：AI 只盤點問題（11 類×3 級，附位置描述），扣分權重在程式端公開可調——與級聯判定一致率 91.7%，唯二不一致是「輕微遺留物該多重罰」的裁量案例（寶特瓶、衛生紙），正好示範權重可依營運政策調整。級聯亮點保留：Flash 判乾淨(0.65)的一張被 Pro 翻轉成髒汙（方向盤後方遺留寶特瓶）。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故事高潮。建議貼 RFB5176 借/還對照圖（2 筆確認漏登之一）。停頓後講：「AI 找到了原始標註漏掉的車損。」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切 Demo，依 06_Demo_Script.md：案例① RFB5176 未索賠真車損 → ② 正常索賠件鍵盤裁決 → ③ P2 無法比對走補件。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Demo：Dashboard 點「車輛損傷護照」→ RCR-7661。俯視圖上灰點=既有損（責任在前期）、紅點=本單新增（責任訂單明確），一張圖講完新舊分離與責任歸戶。實驗數據：護照登錄舊掉漆後仍 3/3 票抓到新增大損（conf 0.98）；原本判定會翻轉的 RDH-3092 變 3/3 一致。36 台車已建檔、10 台掛真實訂單。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天花板不是模型，是照片。模型會誠實回報「無法比對」而不是硬猜。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照片鏈（photo_chain.py）已從規劃變成實測：兩日上傳資料中 1,126 台車有跨訂單車外照，掃描 15 台即抓到 RDE-0180 在訂單 #47353795 期間新增的右後保險桿刮痕——3 票一致（conf 0.85~0.88）、人工目檢證實，且此車不在任何索賠清單上（建議貼 slide_assets/RDE0180_照片鏈對照.png）。這治的正是唯一漏抓 RDH-3092 的病因：比對基準從「借車照」改成「同車前一單還車照」，品質與角度更一致，還能把責任精準回溯到單。品質 Gate（quality_gate.py）已擋模糊/過暗/過曝，角度檢核列下一步。長期自建輕量模型讓成本再降一個量級。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成本驗證（實際計價模型與帳單核對）列為後續工作；今天不把 API 成本當量化成果。效益面：自動判讀取代人工逐單翻圖，並抓回人工漏登的車損（已確認 2 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收尾：「iRent 智能車況管家——讓每一次還車，都被看見。謝謝大家。」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00794D"/>
                </a:solidFill>
                <a:latin typeface="Helvetica Neue"/>
              </a:rPr>
              <a:t>iRent 智能車況管家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200" b="0">
                <a:solidFill>
                  <a:srgbClr val="666666"/>
                </a:solidFill>
                <a:latin typeface="Helvetica Neue"/>
              </a:rPr>
              <a:t>運用 AI 辨識還車影像 — 新車損偵測 × 車內整潔分級 × 後台預警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0794D"/>
                </a:solidFill>
                <a:latin typeface="Helvetica Neue"/>
              </a:rPr>
              <a:t>還車之後，發生了什麼？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兩日 27,367 張還車照、4,820 筆訂單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照片只存檔，車損爭議靠人工翻圖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左後／右後漏拍率 25–30%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欄位官方註記：「上傳分類（常有誤）」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0794D"/>
                </a:solidFill>
                <a:latin typeface="Helvetica Neue"/>
              </a:rPr>
              <a:t>解決方案：智能車況管家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借／還照比對 → 新車損預警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車內照 → 髒汙・普通・乾淨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異常分級：P1 即時／P2 工單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人工複核回寫，越用越準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0794D"/>
                </a:solidFill>
                <a:latin typeface="Helvetica Neue"/>
              </a:rPr>
              <a:t>系統架構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既有鏈路零侵入：App → Blob → 事件觸發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CV 前處理：EXIF 轉正・品質檢核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級聯判定：Flash 快篩 → Pro 複核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結構化 JSON → 預警引擎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0794D"/>
                </a:solidFill>
                <a:latin typeface="Helvetica Neue"/>
              </a:rPr>
              <a:t>為什麼是 VLM，不是傳統 CV？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實測 141 組：CV 對齊成功率僅 45%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差異分數正負樣本完全重疊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VLM 分得出「刮痕」vs「反光雨漬」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零訓練資料即可上線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0794D"/>
                </a:solidFill>
                <a:latin typeface="Helvetica Neue"/>
              </a:rPr>
              <a:t>實測結果｜141 組真實配對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召回率：快篩 81% → 級聯複核 86%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全量重標後：召回 100%、誤報 0.85%（1 筆，137 組可判定）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自動放行 83%・需人工複核僅 1.4%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0794D"/>
                </a:solidFill>
                <a:latin typeface="Helvetica Neue"/>
              </a:rPr>
              <a:t>車內整潔實測｜80 張候選 → 24 張通過有效性檢查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80 張候選中 56 張（70%）未通過 photo_ok 檢查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級聯模型對通過檢查的 24 張分類：乾淨 20・普通 1・髒汙 3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Cleanliness Score：先盤點原因、再程式計分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Pro 複核救回快篩漏判的遺留垃圾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0794D"/>
                </a:solidFill>
                <a:latin typeface="Helvetica Neue"/>
              </a:rPr>
              <a:t>AI 抓到人漏掉的車損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4 筆帳面誤報逐圖人工定案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2 筆確認為人工漏登的真車損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另 1 筆不可比、1 筆為真正誤報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借車照乾淨 → 還車照藍色擦痕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0794D"/>
                </a:solidFill>
                <a:latin typeface="Helvetica Neue"/>
              </a:rPr>
              <a:t>複核後台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借／還並排 + AI 標註理由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P1 預警・P2 工單・P3 記錄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一鍵確認 → 自動進索賠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每次複核回寫為訓練資料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0794D"/>
                </a:solidFill>
                <a:latin typeface="Helvetica Neue"/>
              </a:rPr>
              <a:t>創新加值：車輛損傷護照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損傷歸戶到「車」，不是單次判定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每道傷都有首次發現訂單＝責任歸屬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判定附護照：只找「護照外的新東西」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實測：不壓新損、臨界案例變穩定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0794D"/>
                </a:solidFill>
                <a:latin typeface="Helvetica Neue"/>
              </a:rPr>
              <a:t>遇到的困難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手持拍攝：角度光線落差極大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76% 照片 EXIF 方向錯置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標籤噪音：未索賠 ≠ 無車損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漏抓主因：損傷部位未入鏡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0794D"/>
                </a:solidFill>
                <a:latin typeface="Helvetica Neue"/>
              </a:rPr>
              <a:t>未來方向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✅ 照片鏈已實作：真實資料抓到跨單新損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App 拍攝端即時角度檢核（Gate 已做品質層）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車內整潔 300 張標註校準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複核資料 → 自建輕量模型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0794D"/>
                </a:solidFill>
                <a:latin typeface="Helvetica Neue"/>
              </a:rPr>
              <a:t>成本與效益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成本尚未完成正式驗證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本次不作量化成本宣稱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取代人工逐單翻圖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挽回未索賠漏損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0794D"/>
                </a:solidFill>
                <a:latin typeface="Helvetica Neue"/>
              </a:rPr>
              <a:t>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零訓練・真實資料驗證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重標後 100% 召回・1 筆誤報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A1A1A"/>
                </a:solidFill>
                <a:latin typeface="Helvetica Neue"/>
              </a:rPr>
              <a:t>•  讓每一次還車，都被看見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